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ClaimGraph 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Hybrid Knowledge Graph &amp; Multimodal Fraud Intelligence Engineering</a:t>
            </a:r>
          </a:p>
          <a:p>
            <a:br/>
            <a:pPr algn="ctr">
              <a:defRPr sz="1800">
                <a:solidFill>
                  <a:srgbClr val="00CC66"/>
                </a:solidFill>
              </a:defRPr>
            </a:pPr>
            <a:r>
              <a:t>Assurant 2027 Data Science &amp; Analytics Internship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1. Problem Statement &amp; Motivation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Insurance fraud costs the US insurance industry &gt;$308B annually.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Traditional tabular models analyze claims in isolation, missing organized fraud rings.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Shared entities (repair shops, payment accounts, IMEI devices) form hidden networks.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Goal: Combine tabular signals, NetworkX knowledge graph features, and multimodal image auditing into an explainable fraud detection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2. System Architecture &amp; Interview-Explainable Tech Stack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Data Engineering: Pydantic schemas, RapidFuzz duplicate address detection, IQR outlier reporting.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Graph Intelligence: NetworkX heterogeneous graph, Louvain community detection, PageRank centrality.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Multimodal Auditing: PIL-based synthetic visual damage verification &amp; consistency scoring.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Machine Learning: XGBoost &amp; Logistic Regression with class_weight='balanced', GroupShuffleSplit.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Agentic Copilot: LangGraph state machine with routing for investigator Q&amp;A.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Serving: FastAPI REST backend + 5-page Streamlit analytics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